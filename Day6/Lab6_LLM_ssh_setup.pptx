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93" r:id="rId3"/>
    <p:sldId id="275" r:id="rId4"/>
    <p:sldId id="294" r:id="rId5"/>
    <p:sldId id="298" r:id="rId6"/>
    <p:sldId id="299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62D"/>
    <a:srgbClr val="00ADBA"/>
    <a:srgbClr val="008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/>
    <p:restoredTop sz="87956"/>
  </p:normalViewPr>
  <p:slideViewPr>
    <p:cSldViewPr>
      <p:cViewPr varScale="1">
        <p:scale>
          <a:sx n="60" d="100"/>
          <a:sy n="60" d="100"/>
        </p:scale>
        <p:origin x="112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EA34E-9A47-2A47-860A-7D62B13F42D8}" type="datetimeFigureOut">
              <a:rPr lang="en-SA" smtClean="0"/>
              <a:t>10/04/2026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7D8DA-89AD-F04E-A916-E01C44B2F1E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9561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036439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847748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3916" y="4884506"/>
            <a:ext cx="10873105" cy="148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https://efficientml.ai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65" dirty="0">
                <a:latin typeface="Arial"/>
                <a:cs typeface="Arial"/>
              </a:rPr>
              <a:t>MIT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6.5940</a:t>
            </a:r>
            <a:r>
              <a:rPr spc="-20" dirty="0"/>
              <a:t>:</a:t>
            </a:r>
            <a:r>
              <a:rPr spc="-35" dirty="0"/>
              <a:t> </a:t>
            </a:r>
            <a:r>
              <a:rPr spc="55" dirty="0"/>
              <a:t>TinyML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65" dirty="0"/>
              <a:t>Efficient</a:t>
            </a:r>
            <a:r>
              <a:rPr spc="-40" dirty="0"/>
              <a:t> </a:t>
            </a:r>
            <a:r>
              <a:rPr spc="65"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https://efficientml.ai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65" dirty="0">
                <a:latin typeface="Arial"/>
                <a:cs typeface="Arial"/>
              </a:rPr>
              <a:t>MIT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6.5940</a:t>
            </a:r>
            <a:r>
              <a:rPr spc="-20" dirty="0"/>
              <a:t>:</a:t>
            </a:r>
            <a:r>
              <a:rPr spc="-35" dirty="0"/>
              <a:t> </a:t>
            </a:r>
            <a:r>
              <a:rPr spc="55" dirty="0"/>
              <a:t>TinyML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65" dirty="0"/>
              <a:t>Efficient</a:t>
            </a:r>
            <a:r>
              <a:rPr spc="-40" dirty="0"/>
              <a:t> </a:t>
            </a:r>
            <a:r>
              <a:rPr spc="65"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https://efficientml.ai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65" dirty="0">
                <a:latin typeface="Arial"/>
                <a:cs typeface="Arial"/>
              </a:rPr>
              <a:t>MIT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6.5940</a:t>
            </a:r>
            <a:r>
              <a:rPr spc="-20" dirty="0"/>
              <a:t>:</a:t>
            </a:r>
            <a:r>
              <a:rPr spc="-35" dirty="0"/>
              <a:t> </a:t>
            </a:r>
            <a:r>
              <a:rPr spc="55" dirty="0"/>
              <a:t>TinyML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65" dirty="0"/>
              <a:t>Efficient</a:t>
            </a:r>
            <a:r>
              <a:rPr spc="-40" dirty="0"/>
              <a:t> </a:t>
            </a:r>
            <a:r>
              <a:rPr spc="65"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https://efficientml.ai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65" dirty="0">
                <a:latin typeface="Arial"/>
                <a:cs typeface="Arial"/>
              </a:rPr>
              <a:t>MIT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6.5940</a:t>
            </a:r>
            <a:r>
              <a:rPr spc="-20" dirty="0"/>
              <a:t>:</a:t>
            </a:r>
            <a:r>
              <a:rPr spc="-35" dirty="0"/>
              <a:t> </a:t>
            </a:r>
            <a:r>
              <a:rPr spc="55" dirty="0"/>
              <a:t>TinyML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65" dirty="0"/>
              <a:t>Efficient</a:t>
            </a:r>
            <a:r>
              <a:rPr spc="-40" dirty="0"/>
              <a:t> </a:t>
            </a:r>
            <a:r>
              <a:rPr spc="65"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https://efficientml.ai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65" dirty="0">
                <a:latin typeface="Arial"/>
                <a:cs typeface="Arial"/>
              </a:rPr>
              <a:t>MIT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6.5940</a:t>
            </a:r>
            <a:r>
              <a:rPr spc="-20" dirty="0"/>
              <a:t>:</a:t>
            </a:r>
            <a:r>
              <a:rPr spc="-35" dirty="0"/>
              <a:t> </a:t>
            </a:r>
            <a:r>
              <a:rPr spc="55" dirty="0"/>
              <a:t>TinyML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65" dirty="0"/>
              <a:t>Efficient</a:t>
            </a:r>
            <a:r>
              <a:rPr spc="-40" dirty="0"/>
              <a:t> </a:t>
            </a:r>
            <a:r>
              <a:rPr spc="65"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837626"/>
            <a:ext cx="20104100" cy="471805"/>
          </a:xfrm>
          <a:custGeom>
            <a:avLst/>
            <a:gdLst/>
            <a:ahLst/>
            <a:cxnLst/>
            <a:rect l="l" t="t" r="r" b="b"/>
            <a:pathLst>
              <a:path w="20104100" h="471804">
                <a:moveTo>
                  <a:pt x="20104099" y="0"/>
                </a:moveTo>
                <a:lnTo>
                  <a:pt x="0" y="0"/>
                </a:lnTo>
                <a:lnTo>
                  <a:pt x="0" y="471189"/>
                </a:lnTo>
                <a:lnTo>
                  <a:pt x="20104099" y="471189"/>
                </a:lnTo>
                <a:lnTo>
                  <a:pt x="20104099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705" y="381388"/>
            <a:ext cx="209550" cy="1047115"/>
          </a:xfrm>
          <a:custGeom>
            <a:avLst/>
            <a:gdLst/>
            <a:ahLst/>
            <a:cxnLst/>
            <a:rect l="l" t="t" r="r" b="b"/>
            <a:pathLst>
              <a:path w="209550" h="1047115">
                <a:moveTo>
                  <a:pt x="209417" y="0"/>
                </a:moveTo>
                <a:lnTo>
                  <a:pt x="0" y="0"/>
                </a:lnTo>
                <a:lnTo>
                  <a:pt x="0" y="1047088"/>
                </a:lnTo>
                <a:lnTo>
                  <a:pt x="209417" y="1047088"/>
                </a:lnTo>
                <a:lnTo>
                  <a:pt x="209417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3248" y="207108"/>
            <a:ext cx="19208493" cy="1862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4541" y="3770084"/>
            <a:ext cx="10386060" cy="3361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264290" y="10884799"/>
            <a:ext cx="2827655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https://efficientml.ai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96" y="10885532"/>
            <a:ext cx="7901305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b="1" spc="65" dirty="0">
                <a:latin typeface="Arial"/>
                <a:cs typeface="Arial"/>
              </a:rPr>
              <a:t>MIT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6.5940</a:t>
            </a:r>
            <a:r>
              <a:rPr spc="-20" dirty="0"/>
              <a:t>:</a:t>
            </a:r>
            <a:r>
              <a:rPr spc="-35" dirty="0"/>
              <a:t> </a:t>
            </a:r>
            <a:r>
              <a:rPr spc="55" dirty="0"/>
              <a:t>TinyML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65" dirty="0"/>
              <a:t>Efficient</a:t>
            </a:r>
            <a:r>
              <a:rPr spc="-40" dirty="0"/>
              <a:t> </a:t>
            </a:r>
            <a:r>
              <a:rPr spc="65" dirty="0"/>
              <a:t>Deep</a:t>
            </a:r>
            <a:r>
              <a:rPr spc="-35" dirty="0"/>
              <a:t> </a:t>
            </a: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380156" y="10922758"/>
            <a:ext cx="368934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aspberrypi@10.100.202.6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10837626"/>
            <a:ext cx="20104100" cy="471805"/>
          </a:xfrm>
          <a:custGeom>
            <a:avLst/>
            <a:gdLst/>
            <a:ahLst/>
            <a:cxnLst/>
            <a:rect l="l" t="t" r="r" b="b"/>
            <a:pathLst>
              <a:path w="20104100" h="471804">
                <a:moveTo>
                  <a:pt x="20104099" y="0"/>
                </a:moveTo>
                <a:lnTo>
                  <a:pt x="0" y="0"/>
                </a:lnTo>
                <a:lnTo>
                  <a:pt x="0" y="471189"/>
                </a:lnTo>
                <a:lnTo>
                  <a:pt x="20104099" y="471189"/>
                </a:lnTo>
                <a:lnTo>
                  <a:pt x="20104099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68657" y="4620418"/>
            <a:ext cx="17566786" cy="1034257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6510" marR="8255">
              <a:lnSpc>
                <a:spcPts val="7830"/>
              </a:lnSpc>
              <a:spcBef>
                <a:spcPts val="265"/>
              </a:spcBef>
            </a:pPr>
            <a:r>
              <a:rPr lang="en-US" sz="7200" b="0" dirty="0">
                <a:latin typeface="Arial MT"/>
                <a:cs typeface="Arial MT"/>
              </a:rPr>
              <a:t>Lab 6: LLM on Raspberry Pi 5</a:t>
            </a:r>
            <a:endParaRPr sz="4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2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pc="-114" dirty="0"/>
              <a:t>Raspberry Pi 5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B92990-B467-4E87-E56E-ADAC6283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050" y="2180213"/>
            <a:ext cx="10299700" cy="6948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D7F36-842C-8DED-533D-C0D10128925B}"/>
              </a:ext>
            </a:extLst>
          </p:cNvPr>
          <p:cNvSpPr txBox="1"/>
          <p:nvPr/>
        </p:nvSpPr>
        <p:spPr>
          <a:xfrm>
            <a:off x="629437" y="3444875"/>
            <a:ext cx="75938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The Raspberry Pi 5 is a powerful, affordable single-board computer featuring a quad-core Arm CPU.</a:t>
            </a:r>
            <a:endParaRPr lang="en-SA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07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3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pc="-114" dirty="0"/>
              <a:t>SSH into device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EEBFFC-A2E1-064E-A39A-D50BC616C892}"/>
              </a:ext>
            </a:extLst>
          </p:cNvPr>
          <p:cNvSpPr txBox="1"/>
          <p:nvPr/>
        </p:nvSpPr>
        <p:spPr>
          <a:xfrm>
            <a:off x="214300" y="2182728"/>
            <a:ext cx="1837215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ssh </a:t>
            </a:r>
            <a:r>
              <a:rPr lang="en-US" sz="9600" u="sng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&lt;user name&gt;@</a:t>
            </a:r>
            <a:r>
              <a:rPr lang="en-US" sz="9600" u="sng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&lt;IP address&gt;</a:t>
            </a:r>
          </a:p>
          <a:p>
            <a:endParaRPr lang="en-US" sz="9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9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9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password: &lt;password&gt;</a:t>
            </a:r>
            <a:endParaRPr lang="en-US" sz="96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32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354427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2577-6D3C-9C35-4E18-3647FD967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48" y="207108"/>
            <a:ext cx="19208493" cy="1908215"/>
          </a:xfrm>
        </p:spPr>
        <p:txBody>
          <a:bodyPr/>
          <a:lstStyle/>
          <a:p>
            <a:r>
              <a:rPr lang="en-US" spc="-114" dirty="0"/>
              <a:t>SSH into device</a:t>
            </a:r>
            <a:br>
              <a:rPr lang="en-US" spc="-114" dirty="0"/>
            </a:br>
            <a:r>
              <a:rPr lang="en-US" sz="5400" spc="-114" dirty="0"/>
              <a:t>Preliminaries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DF32B-78E7-4FC0-9C2D-BA35DC202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11" y="4637643"/>
            <a:ext cx="8982635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BBB5BE-8588-4CDF-FAD1-2E9D74E27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266" y="4760198"/>
            <a:ext cx="8552329" cy="3711388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BF520F1-0917-5D13-5024-5C3AA6707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841" y="9109244"/>
            <a:ext cx="10386060" cy="507831"/>
          </a:xfrm>
        </p:spPr>
        <p:txBody>
          <a:bodyPr/>
          <a:lstStyle/>
          <a:p>
            <a:pPr marL="0" algn="l" rtl="0"/>
            <a:r>
              <a:rPr lang="en-US" dirty="0"/>
              <a:t>You should have 4 successful packets transmission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DD7044-CFB4-5E32-8777-2B7231B6559F}"/>
              </a:ext>
            </a:extLst>
          </p:cNvPr>
          <p:cNvSpPr txBox="1">
            <a:spLocks/>
          </p:cNvSpPr>
          <p:nvPr/>
        </p:nvSpPr>
        <p:spPr>
          <a:xfrm>
            <a:off x="653248" y="3183845"/>
            <a:ext cx="10386060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3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/>
              <a:t>Open the terminal in your laptop</a:t>
            </a:r>
          </a:p>
        </p:txBody>
      </p:sp>
    </p:spTree>
    <p:extLst>
      <p:ext uri="{BB962C8B-B14F-4D97-AF65-F5344CB8AC3E}">
        <p14:creationId xmlns:p14="http://schemas.microsoft.com/office/powerpoint/2010/main" val="190136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28A40-E78F-2308-14D3-59F01465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E170-EAAC-0CE2-2DD8-589B5C7E3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48" y="207108"/>
            <a:ext cx="19208493" cy="1908215"/>
          </a:xfrm>
        </p:spPr>
        <p:txBody>
          <a:bodyPr/>
          <a:lstStyle/>
          <a:p>
            <a:r>
              <a:rPr lang="en-US" spc="-114" dirty="0"/>
              <a:t>SSH into device</a:t>
            </a:r>
            <a:br>
              <a:rPr lang="en-US" spc="-114" dirty="0"/>
            </a:br>
            <a:r>
              <a:rPr lang="en-US" sz="5400" spc="-114" dirty="0"/>
              <a:t>Preliminaries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26C93-C19F-48C4-1205-11C3917C1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4541" y="2904378"/>
            <a:ext cx="10386060" cy="1523494"/>
          </a:xfrm>
        </p:spPr>
        <p:txBody>
          <a:bodyPr/>
          <a:lstStyle/>
          <a:p>
            <a:pPr marL="0" algn="l" rtl="0"/>
            <a:r>
              <a:rPr lang="en-US" dirty="0"/>
              <a:t>Now connect to:</a:t>
            </a:r>
          </a:p>
          <a:p>
            <a:pPr marL="0" algn="l" rtl="0"/>
            <a:r>
              <a:rPr lang="en-US" dirty="0"/>
              <a:t>SSID: TP-Link_BC8C</a:t>
            </a:r>
          </a:p>
          <a:p>
            <a:pPr marL="0" algn="l" rtl="0"/>
            <a:r>
              <a:rPr lang="en-US" dirty="0"/>
              <a:t>Password</a:t>
            </a:r>
            <a:r>
              <a:rPr lang="en-US"/>
              <a:t>: default0000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7C0C9-B100-70A9-76DB-4CFB36DA4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11" y="5893218"/>
            <a:ext cx="8982635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AFD04-0976-6BDE-C3DC-DE68FCE1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266" y="6015773"/>
            <a:ext cx="8552329" cy="3711388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067CD73-524F-8963-55FE-6981F9630473}"/>
              </a:ext>
            </a:extLst>
          </p:cNvPr>
          <p:cNvSpPr txBox="1">
            <a:spLocks/>
          </p:cNvSpPr>
          <p:nvPr/>
        </p:nvSpPr>
        <p:spPr>
          <a:xfrm>
            <a:off x="808841" y="9958250"/>
            <a:ext cx="10386060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3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/>
              <a:t>You should have 4 </a:t>
            </a:r>
            <a:r>
              <a:rPr lang="en-US">
                <a:solidFill>
                  <a:srgbClr val="FF0000"/>
                </a:solidFill>
                <a:highlight>
                  <a:srgbClr val="FFFF00"/>
                </a:highlight>
              </a:rPr>
              <a:t>FAILED</a:t>
            </a:r>
            <a:r>
              <a:rPr lang="en-US"/>
              <a:t> packets transmission 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1F84603-5FE9-F471-D42A-32769055D1C0}"/>
              </a:ext>
            </a:extLst>
          </p:cNvPr>
          <p:cNvSpPr txBox="1">
            <a:spLocks/>
          </p:cNvSpPr>
          <p:nvPr/>
        </p:nvSpPr>
        <p:spPr>
          <a:xfrm>
            <a:off x="653248" y="5327388"/>
            <a:ext cx="14199402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3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/>
              <a:t>After connecting to TP-Link_BC8C, open the terminal in your laptop</a:t>
            </a:r>
          </a:p>
        </p:txBody>
      </p:sp>
    </p:spTree>
    <p:extLst>
      <p:ext uri="{BB962C8B-B14F-4D97-AF65-F5344CB8AC3E}">
        <p14:creationId xmlns:p14="http://schemas.microsoft.com/office/powerpoint/2010/main" val="165235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171D-08E8-097C-D15C-9C2521FD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0A67-4314-8D07-1576-2B9FDBA7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48" y="207108"/>
            <a:ext cx="19208493" cy="1908215"/>
          </a:xfrm>
        </p:spPr>
        <p:txBody>
          <a:bodyPr/>
          <a:lstStyle/>
          <a:p>
            <a:r>
              <a:rPr lang="en-US" spc="-114" dirty="0"/>
              <a:t>SSH into device</a:t>
            </a:r>
            <a:br>
              <a:rPr lang="en-US" spc="-114" dirty="0"/>
            </a:br>
            <a:r>
              <a:rPr lang="en-US" sz="5400" spc="-114" dirty="0"/>
              <a:t>Preliminaries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546E8-6C25-3C00-854A-C80A27F25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4541" y="7054329"/>
            <a:ext cx="10386060" cy="507831"/>
          </a:xfrm>
        </p:spPr>
        <p:txBody>
          <a:bodyPr/>
          <a:lstStyle/>
          <a:p>
            <a:pPr marL="0" algn="l" rtl="0"/>
            <a:r>
              <a:rPr lang="en-US" dirty="0"/>
              <a:t>Replace ‘</a:t>
            </a:r>
            <a:r>
              <a:rPr lang="en-US" dirty="0" err="1"/>
              <a:t>google.com</a:t>
            </a:r>
            <a:r>
              <a:rPr lang="en-US" dirty="0"/>
              <a:t>’ with ‘192.168.0.165’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DA7A1-7452-41AF-70A5-EF76062AF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11" y="3039833"/>
            <a:ext cx="8982635" cy="4114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1CEE2D-78EC-E9D2-6AD2-F94FDFE6A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266" y="3162388"/>
            <a:ext cx="8552329" cy="3711388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9ABBBD2-262C-E144-7CDA-255711630B4C}"/>
              </a:ext>
            </a:extLst>
          </p:cNvPr>
          <p:cNvSpPr txBox="1">
            <a:spLocks/>
          </p:cNvSpPr>
          <p:nvPr/>
        </p:nvSpPr>
        <p:spPr>
          <a:xfrm>
            <a:off x="653248" y="2474003"/>
            <a:ext cx="14199402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3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/>
              <a:t>After connecting to TP-Link_BC8C, open the terminal in your laptop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6D0C20B-971B-59F4-E945-8510FEF48442}"/>
              </a:ext>
            </a:extLst>
          </p:cNvPr>
          <p:cNvSpPr txBox="1">
            <a:spLocks/>
          </p:cNvSpPr>
          <p:nvPr/>
        </p:nvSpPr>
        <p:spPr>
          <a:xfrm>
            <a:off x="808840" y="9109244"/>
            <a:ext cx="14958209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3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dirty="0"/>
              <a:t>You should have 4 successful packets transmission</a:t>
            </a:r>
          </a:p>
          <a:p>
            <a:pPr algn="l" rtl="0"/>
            <a:r>
              <a:rPr lang="en-US" dirty="0"/>
              <a:t>Congratulations! You are in the raspberry pi local network! </a:t>
            </a:r>
          </a:p>
        </p:txBody>
      </p:sp>
    </p:spTree>
    <p:extLst>
      <p:ext uri="{BB962C8B-B14F-4D97-AF65-F5344CB8AC3E}">
        <p14:creationId xmlns:p14="http://schemas.microsoft.com/office/powerpoint/2010/main" val="2592299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</TotalTime>
  <Words>149</Words>
  <Application>Microsoft Macintosh PowerPoint</Application>
  <PresentationFormat>Custom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Trebuchet MS</vt:lpstr>
      <vt:lpstr>Office Theme</vt:lpstr>
      <vt:lpstr>Lab 6: LLM on Raspberry Pi 5</vt:lpstr>
      <vt:lpstr>Raspberry Pi 5</vt:lpstr>
      <vt:lpstr>SSH into device</vt:lpstr>
      <vt:lpstr>SSH into device Preliminaries</vt:lpstr>
      <vt:lpstr>SSH into device Preliminaries</vt:lpstr>
      <vt:lpstr>SSH into device Preliminaries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Lec05-Quantization-I</dc:title>
  <cp:lastModifiedBy>Mojtaba Alshams</cp:lastModifiedBy>
  <cp:revision>115</cp:revision>
  <dcterms:created xsi:type="dcterms:W3CDTF">2025-03-30T11:51:10Z</dcterms:created>
  <dcterms:modified xsi:type="dcterms:W3CDTF">2026-04-10T04:54:30Z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Keynote</vt:lpwstr>
  </property>
  <property fmtid="{D5CDD505-2E9C-101B-9397-08002B2CF9AE}" pid="4" name="LastSaved">
    <vt:filetime>2025-03-30T00:00:00Z</vt:filetime>
  </property>
  <property fmtid="{D5CDD505-2E9C-101B-9397-08002B2CF9AE}" pid="5" name="Producer">
    <vt:lpwstr>macOS Version 14.6.1 (Build 23G93) Quartz PDFContext</vt:lpwstr>
  </property>
</Properties>
</file>