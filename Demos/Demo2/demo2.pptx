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2" r:id="rId3"/>
    <p:sldId id="258" r:id="rId4"/>
    <p:sldId id="257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11"/>
    <p:restoredTop sz="94672"/>
  </p:normalViewPr>
  <p:slideViewPr>
    <p:cSldViewPr snapToGrid="0">
      <p:cViewPr varScale="1">
        <p:scale>
          <a:sx n="91" d="100"/>
          <a:sy n="91" d="100"/>
        </p:scale>
        <p:origin x="200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BEEB-8CE6-974D-B250-C67D8ADCED77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83D76F38-BEDF-FE46-976F-00D584192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529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BEEB-8CE6-974D-B250-C67D8ADCED77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76F38-BEDF-FE46-976F-00D584192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139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3137BEEB-8CE6-974D-B250-C67D8ADCED77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83D76F38-BEDF-FE46-976F-00D584192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5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BEEB-8CE6-974D-B250-C67D8ADCED77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76F38-BEDF-FE46-976F-00D584192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75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BEEB-8CE6-974D-B250-C67D8ADCED77}" type="datetimeFigureOut">
              <a:rPr lang="en-US" smtClean="0"/>
              <a:t>3/7/26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76F38-BEDF-FE46-976F-00D58419200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931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BEEB-8CE6-974D-B250-C67D8ADCED77}" type="datetimeFigureOut">
              <a:rPr lang="en-US" smtClean="0"/>
              <a:t>3/7/26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76F38-BEDF-FE46-976F-00D5841920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2262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BEEB-8CE6-974D-B250-C67D8ADCED77}" type="datetimeFigureOut">
              <a:rPr lang="en-US" smtClean="0"/>
              <a:t>3/7/26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76F38-BEDF-FE46-976F-00D584192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43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BEEB-8CE6-974D-B250-C67D8ADCED77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76F38-BEDF-FE46-976F-00D584192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301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BEEB-8CE6-974D-B250-C67D8ADCED77}" type="datetimeFigureOut">
              <a:rPr lang="en-US" smtClean="0"/>
              <a:t>3/7/26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76F38-BEDF-FE46-976F-00D584192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566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BEEB-8CE6-974D-B250-C67D8ADCED77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76F38-BEDF-FE46-976F-00D584192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43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7BEEB-8CE6-974D-B250-C67D8ADCED77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76F38-BEDF-FE46-976F-00D584192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63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3137BEEB-8CE6-974D-B250-C67D8ADCED77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83D76F38-BEDF-FE46-976F-00D5841920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86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ccsl-pi5@192.168.0.10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75E3B-5B25-6049-D656-EA2D429202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8E9AF-9FA2-24CD-8E08-D0FAD9D76B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Accessing Raspberry Pi 5</a:t>
            </a:r>
          </a:p>
        </p:txBody>
      </p:sp>
    </p:spTree>
    <p:extLst>
      <p:ext uri="{BB962C8B-B14F-4D97-AF65-F5344CB8AC3E}">
        <p14:creationId xmlns:p14="http://schemas.microsoft.com/office/powerpoint/2010/main" val="2862681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36409-5CD2-8753-57EE-33C7EE089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</a:t>
            </a:r>
          </a:p>
        </p:txBody>
      </p:sp>
      <p:pic>
        <p:nvPicPr>
          <p:cNvPr id="5" name="Picture 4" descr="A computer monitor and keyboard on a desk&#10;&#10;AI-generated content may be incorrect.">
            <a:extLst>
              <a:ext uri="{FF2B5EF4-FFF2-40B4-BE49-F238E27FC236}">
                <a16:creationId xmlns:a16="http://schemas.microsoft.com/office/drawing/2014/main" id="{E93812AA-B5AF-FB64-4866-7A9B8991A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992" y="1767774"/>
            <a:ext cx="7772400" cy="4857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B2D1F6-7E27-0838-DFC8-F08B2470C554}"/>
              </a:ext>
            </a:extLst>
          </p:cNvPr>
          <p:cNvSpPr txBox="1"/>
          <p:nvPr/>
        </p:nvSpPr>
        <p:spPr>
          <a:xfrm>
            <a:off x="2481943" y="4394693"/>
            <a:ext cx="1325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highlight>
                  <a:srgbClr val="FF0000"/>
                </a:highlight>
              </a:rPr>
              <a:t>Wifi</a:t>
            </a:r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 router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1D6A2E-2DAA-8EEB-EE54-421F3D9EAF70}"/>
              </a:ext>
            </a:extLst>
          </p:cNvPr>
          <p:cNvSpPr txBox="1"/>
          <p:nvPr/>
        </p:nvSpPr>
        <p:spPr>
          <a:xfrm>
            <a:off x="4249386" y="4282476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Rpi-5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66036D-4921-66EA-854A-6F9A8422A2D0}"/>
              </a:ext>
            </a:extLst>
          </p:cNvPr>
          <p:cNvSpPr txBox="1"/>
          <p:nvPr/>
        </p:nvSpPr>
        <p:spPr>
          <a:xfrm>
            <a:off x="2481943" y="509327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85684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F0AB-1DA1-CE0A-84AD-DFD6F7DCC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first time run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FB674-F169-9B4D-37C8-94D57584F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first time run might need a User Interface (UI)</a:t>
            </a:r>
          </a:p>
          <a:p>
            <a:r>
              <a:rPr lang="en-US" dirty="0"/>
              <a:t>Using an HDMI with a keyboard and a mouse.</a:t>
            </a:r>
          </a:p>
          <a:p>
            <a:r>
              <a:rPr lang="en-US" dirty="0"/>
              <a:t> </a:t>
            </a:r>
            <a:r>
              <a:rPr lang="en-US" dirty="0" err="1"/>
              <a:t>VNCTiger</a:t>
            </a:r>
            <a:r>
              <a:rPr lang="en-US" dirty="0"/>
              <a:t> is used instead of directly using </a:t>
            </a:r>
            <a:r>
              <a:rPr lang="en-US" dirty="0" err="1"/>
              <a:t>HDMi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9891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F52C5-54B6-6639-D9F1-1E6B9F8A9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first time run: Using VNC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BB6294-1BC6-8EB6-6742-53B2911A2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the RPi-5 IP address then ’connect’.</a:t>
            </a:r>
          </a:p>
          <a:p>
            <a:r>
              <a:rPr lang="en-US" dirty="0"/>
              <a:t>Insert your credentials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B8EE7D-D734-7D76-D7A4-3788445A3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959" y="3142324"/>
            <a:ext cx="4609924" cy="24003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850D97-C567-24DA-5692-3787D0D0E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14" y="3142324"/>
            <a:ext cx="5702300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62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FD33F-380A-F725-9305-0240BEC87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practical Deployment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53B8D-6393-9721-E448-4D40D7FB1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the scenario where many devices are connected to a switch and you need to access them.</a:t>
            </a:r>
          </a:p>
          <a:p>
            <a:pPr lvl="1"/>
            <a:r>
              <a:rPr lang="en-US" dirty="0"/>
              <a:t>A solution is to connect to them using ‘SSH’</a:t>
            </a:r>
          </a:p>
        </p:txBody>
      </p:sp>
    </p:spTree>
    <p:extLst>
      <p:ext uri="{BB962C8B-B14F-4D97-AF65-F5344CB8AC3E}">
        <p14:creationId xmlns:p14="http://schemas.microsoft.com/office/powerpoint/2010/main" val="2196717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F9939-C62A-E845-5E82-F917078DD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practical Deployment scenario</a:t>
            </a:r>
            <a:br>
              <a:rPr lang="en-US" dirty="0"/>
            </a:br>
            <a:r>
              <a:rPr lang="en-US" sz="3600" dirty="0"/>
              <a:t>How to use ssh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83B9D-BCA2-6B6E-D48D-19522A3FA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the terminal</a:t>
            </a:r>
          </a:p>
          <a:p>
            <a:r>
              <a:rPr lang="en-US" dirty="0"/>
              <a:t>Find the device IP: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ifconfig</a:t>
            </a:r>
            <a:endParaRPr lang="en-US" dirty="0"/>
          </a:p>
          <a:p>
            <a:r>
              <a:rPr lang="en-US" dirty="0"/>
              <a:t>Ping (i.e., send packets) to the device to confirm connectivity.</a:t>
            </a:r>
          </a:p>
          <a:p>
            <a:pPr lvl="1"/>
            <a:r>
              <a:rPr lang="en-US" dirty="0"/>
              <a:t>ping -c 5 &lt;IP&gt;</a:t>
            </a:r>
          </a:p>
          <a:p>
            <a:r>
              <a:rPr lang="en-US" dirty="0"/>
              <a:t>If succeeded, connect using ssh:</a:t>
            </a:r>
          </a:p>
          <a:p>
            <a:pPr lvl="1"/>
            <a:r>
              <a:rPr lang="en-US" dirty="0"/>
              <a:t>ssh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&lt;user_name</a:t>
            </a:r>
            <a:r>
              <a:rPr lang="en-US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&gt;@</a:t>
            </a:r>
            <a:r>
              <a:rPr lang="en-US" u="sng" dirty="0"/>
              <a:t>&lt;IP&gt;</a:t>
            </a:r>
          </a:p>
        </p:txBody>
      </p:sp>
    </p:spTree>
    <p:extLst>
      <p:ext uri="{BB962C8B-B14F-4D97-AF65-F5344CB8AC3E}">
        <p14:creationId xmlns:p14="http://schemas.microsoft.com/office/powerpoint/2010/main" val="1702313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A1286-0F90-D022-7C46-BDE1621AF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C96A6-9950-7AD9-28F2-3BF2DABFD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practical Deployment scenario</a:t>
            </a:r>
            <a:br>
              <a:rPr lang="en-US" dirty="0"/>
            </a:br>
            <a:r>
              <a:rPr lang="en-US" sz="3600" dirty="0"/>
              <a:t>Use the device via ssh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4487C-AB47-1785-DEBC-645C15FF9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pwd</a:t>
            </a:r>
            <a:r>
              <a:rPr lang="en-US" dirty="0"/>
              <a:t> to check you current directory</a:t>
            </a:r>
          </a:p>
          <a:p>
            <a:r>
              <a:rPr lang="en-US" dirty="0"/>
              <a:t>ls to check the content</a:t>
            </a:r>
          </a:p>
          <a:p>
            <a:r>
              <a:rPr lang="en-US" dirty="0"/>
              <a:t>cd to navigate through the directories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cd Documents/</a:t>
            </a:r>
            <a:r>
              <a:rPr lang="en-US" dirty="0" err="1"/>
              <a:t>MoI</a:t>
            </a:r>
            <a:endParaRPr lang="en-US" dirty="0"/>
          </a:p>
          <a:p>
            <a:pPr lvl="1"/>
            <a:r>
              <a:rPr lang="en-US" dirty="0" err="1"/>
              <a:t>mkdir</a:t>
            </a:r>
            <a:r>
              <a:rPr lang="en-US" dirty="0"/>
              <a:t> </a:t>
            </a:r>
            <a:r>
              <a:rPr lang="en-US" dirty="0" err="1"/>
              <a:t>live_demo</a:t>
            </a:r>
            <a:endParaRPr lang="en-US" dirty="0"/>
          </a:p>
          <a:p>
            <a:pPr lvl="1"/>
            <a:r>
              <a:rPr lang="en-US" dirty="0"/>
              <a:t>cd </a:t>
            </a:r>
            <a:r>
              <a:rPr lang="en-US" dirty="0" err="1"/>
              <a:t>live_demo</a:t>
            </a:r>
            <a:endParaRPr lang="en-US" dirty="0"/>
          </a:p>
          <a:p>
            <a:pPr lvl="1"/>
            <a:r>
              <a:rPr lang="en-US" dirty="0"/>
              <a:t>nano </a:t>
            </a:r>
            <a:r>
              <a:rPr lang="en-US" dirty="0" err="1"/>
              <a:t>hello_demo.py</a:t>
            </a:r>
            <a:endParaRPr lang="en-US" dirty="0"/>
          </a:p>
          <a:p>
            <a:pPr lvl="2"/>
            <a:r>
              <a:rPr lang="en-US" dirty="0"/>
              <a:t>Create and edit a new file named ‘</a:t>
            </a:r>
            <a:r>
              <a:rPr lang="en-US" dirty="0" err="1"/>
              <a:t>hello_demo.py</a:t>
            </a:r>
            <a:r>
              <a:rPr lang="en-US" dirty="0"/>
              <a:t>’</a:t>
            </a:r>
          </a:p>
          <a:p>
            <a:pPr lvl="1"/>
            <a:r>
              <a:rPr lang="en-US" dirty="0"/>
              <a:t>Write a hello world python script, exit and save.</a:t>
            </a:r>
          </a:p>
          <a:p>
            <a:pPr lvl="1"/>
            <a:r>
              <a:rPr lang="en-US" dirty="0"/>
              <a:t>Run the script using python </a:t>
            </a:r>
            <a:r>
              <a:rPr lang="en-US" dirty="0" err="1"/>
              <a:t>hello_demo.py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2959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118</TotalTime>
  <Words>236</Words>
  <Application>Microsoft Macintosh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Rockwell</vt:lpstr>
      <vt:lpstr>Rockwell Condensed</vt:lpstr>
      <vt:lpstr>Rockwell Extra Bold</vt:lpstr>
      <vt:lpstr>Wingdings</vt:lpstr>
      <vt:lpstr>Wood Type</vt:lpstr>
      <vt:lpstr>Demo</vt:lpstr>
      <vt:lpstr>Setup</vt:lpstr>
      <vt:lpstr>A first time run</vt:lpstr>
      <vt:lpstr>A first time run: Using VNC</vt:lpstr>
      <vt:lpstr>A practical Deployment scenario</vt:lpstr>
      <vt:lpstr>A practical Deployment scenario How to use ssh</vt:lpstr>
      <vt:lpstr>A practical Deployment scenario Use the device via ssh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Mojtaba Alshams</dc:creator>
  <cp:lastModifiedBy>Mojtaba Alshams</cp:lastModifiedBy>
  <cp:revision>1</cp:revision>
  <dcterms:created xsi:type="dcterms:W3CDTF">2026-03-07T08:24:20Z</dcterms:created>
  <dcterms:modified xsi:type="dcterms:W3CDTF">2026-03-07T10:22:54Z</dcterms:modified>
</cp:coreProperties>
</file>